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7" r:id="rId2"/>
    <p:sldId id="274" r:id="rId3"/>
    <p:sldId id="279" r:id="rId4"/>
    <p:sldId id="256" r:id="rId5"/>
    <p:sldId id="278" r:id="rId6"/>
    <p:sldId id="257" r:id="rId7"/>
    <p:sldId id="275" r:id="rId8"/>
    <p:sldId id="258" r:id="rId9"/>
    <p:sldId id="269" r:id="rId10"/>
    <p:sldId id="260" r:id="rId11"/>
    <p:sldId id="262" r:id="rId12"/>
    <p:sldId id="271" r:id="rId13"/>
    <p:sldId id="273" r:id="rId14"/>
    <p:sldId id="263" r:id="rId15"/>
    <p:sldId id="265" r:id="rId16"/>
    <p:sldId id="277" r:id="rId17"/>
    <p:sldId id="26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8" y="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602E7-693C-4710-A96A-B32060BB6061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32EE0E-A690-4A3E-A869-95A2E1A7C8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05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32EE0E-A690-4A3E-A869-95A2E1A7C88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92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27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64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444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93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207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31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99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25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3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75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44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B17EE-2071-490C-A29A-BB5B58F01B06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10EC7-268D-4C1A-AFA9-BAC53B718E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170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1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70144" y="3880458"/>
            <a:ext cx="3795623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3600" b="1" dirty="0" err="1"/>
              <a:t>XM_Power_Kit</a:t>
            </a:r>
            <a:r>
              <a:rPr lang="en-US" altLang="zh-CN" sz="3600" b="1" dirty="0"/>
              <a:t>  V2.0</a:t>
            </a:r>
            <a:r>
              <a:rPr lang="zh-CN" altLang="en-US" sz="3600" b="1" dirty="0"/>
              <a:t>壳体组装说明</a:t>
            </a:r>
            <a:endParaRPr lang="zh-CN" altLang="en-US" sz="3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53" y="672861"/>
            <a:ext cx="6169282" cy="456224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814" y="999390"/>
            <a:ext cx="2791274" cy="255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2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8986" y="260666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注意事项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8985" y="1278985"/>
            <a:ext cx="11317265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</a:t>
            </a:r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顶盖差异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：大小屏版本的顶盖不同，其余部件（中框、底壳等）完全相同。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0"/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</a:p>
          <a:p>
            <a:pPr lvl="0"/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请根据您的屏幕尺寸选择对应的顶盖进行打印。</a:t>
            </a:r>
            <a:endParaRPr lang="zh-CN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8985" y="2187277"/>
            <a:ext cx="75457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② </a:t>
            </a:r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说明致谢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：本说明由 </a:t>
            </a:r>
            <a:r>
              <a:rPr lang="en-US" altLang="zh-CN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@</a:t>
            </a:r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打工人 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与 </a:t>
            </a:r>
            <a:r>
              <a:rPr lang="en-US" altLang="zh-CN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@</a:t>
            </a:r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雪萌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 联合撰写，外壳设计由 </a:t>
            </a:r>
            <a:r>
              <a:rPr lang="en-US" altLang="zh-CN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@</a:t>
            </a:r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打工人 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独立完成。</a:t>
            </a:r>
            <a:endParaRPr lang="zh-CN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8985" y="2821135"/>
            <a:ext cx="584991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③ </a:t>
            </a:r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阅读建议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：建议您先完整阅读整篇说明，建立基本概念后再动手操作</a:t>
            </a:r>
            <a:endParaRPr lang="zh-CN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8985" y="3454992"/>
            <a:ext cx="669170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④ </a:t>
            </a:r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重点提示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：请仔细阅读操作说明及附注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PS     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，以免产生不必要的疑问。</a:t>
            </a:r>
            <a:endParaRPr lang="zh-CN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252" y="3485234"/>
            <a:ext cx="336713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09AB9-F622-7C08-E007-968B7259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7B0ED-935D-DD31-0775-0367416435EC}"/>
              </a:ext>
            </a:extLst>
          </p:cNvPr>
          <p:cNvSpPr txBox="1"/>
          <p:nvPr/>
        </p:nvSpPr>
        <p:spPr>
          <a:xfrm>
            <a:off x="588986" y="260666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注意事项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7E68A0-0AA1-D4A7-EDAF-0EAA626AA58C}"/>
              </a:ext>
            </a:extLst>
          </p:cNvPr>
          <p:cNvSpPr txBox="1"/>
          <p:nvPr/>
        </p:nvSpPr>
        <p:spPr>
          <a:xfrm>
            <a:off x="1093250" y="792427"/>
            <a:ext cx="719686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若您使用嘉立创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3d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打印，在下单的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备注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界面，请添加下面的语句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endParaRPr lang="zh-CN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5768AE-0BCB-469B-7EA9-4BF4BB7C37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56" y="2005440"/>
            <a:ext cx="10302688" cy="472147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14BD7E1-4898-877D-3B5C-57629A2A20A2}"/>
              </a:ext>
            </a:extLst>
          </p:cNvPr>
          <p:cNvSpPr txBox="1"/>
          <p:nvPr/>
        </p:nvSpPr>
        <p:spPr>
          <a:xfrm>
            <a:off x="1241167" y="1293410"/>
            <a:ext cx="719686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本人同意所有打印风险，知晓连接件打印加价与风险，谢谢</a:t>
            </a:r>
            <a:endParaRPr lang="zh-CN" altLang="zh-CN" sz="1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439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33" y="2877252"/>
            <a:ext cx="2835159" cy="23997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949" y="3568126"/>
            <a:ext cx="1408606" cy="149752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08" y="3583916"/>
            <a:ext cx="1320886" cy="148173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498" y="1366361"/>
            <a:ext cx="1843097" cy="14270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8986" y="260666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按钮、接口简介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4663290" y="1752600"/>
            <a:ext cx="600075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734447" y="3221766"/>
            <a:ext cx="1" cy="692719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230946" y="3221765"/>
            <a:ext cx="1" cy="692719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979538" y="2877252"/>
            <a:ext cx="0" cy="89262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3224627" y="3221765"/>
            <a:ext cx="42192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H="1">
            <a:off x="2312519" y="3221765"/>
            <a:ext cx="42192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204978" y="3517240"/>
            <a:ext cx="0" cy="41629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8778668" y="3469733"/>
            <a:ext cx="0" cy="530477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8507218" y="3107582"/>
            <a:ext cx="0" cy="89262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8770042" y="3463309"/>
            <a:ext cx="42192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7783050" y="3517240"/>
            <a:ext cx="42192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373868" y="3221765"/>
            <a:ext cx="0" cy="72361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6010521" y="1762125"/>
            <a:ext cx="614919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569826" y="3052747"/>
            <a:ext cx="8208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PD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供电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621906" y="3041074"/>
            <a:ext cx="82086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DC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供电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529870" y="2568551"/>
            <a:ext cx="10012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烧录调试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052022" y="3348851"/>
            <a:ext cx="10012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/>
              <a:t>示波器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7951940" y="3221765"/>
            <a:ext cx="42192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04020" y="2917365"/>
            <a:ext cx="11593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/>
              <a:t>TYPE_C</a:t>
            </a:r>
            <a:r>
              <a:rPr lang="zh-CN" altLang="en-US" sz="1400" dirty="0"/>
              <a:t>输出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948736" y="1598711"/>
            <a:ext cx="10012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拨码器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607692" y="1598710"/>
            <a:ext cx="10012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CH340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串口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965532" y="3057234"/>
            <a:ext cx="11593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/>
              <a:t>信号发生器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8507218" y="3107582"/>
            <a:ext cx="68705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9125590" y="3291817"/>
            <a:ext cx="115933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/>
              <a:t>香蕉头输出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661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110" y="360331"/>
            <a:ext cx="9022490" cy="6061501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8986" y="260666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爆炸图示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224949" y="948905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97477" y="87404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面板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224949" y="1206309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7477" y="1131444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屏幕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224949" y="1469941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97477" y="1395076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M2*5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X8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224949" y="1727345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97477" y="1652480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顶壳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224949" y="1999230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97477" y="1924365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按钮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224949" y="2246623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6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97477" y="2171758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中框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224949" y="2503623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7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97477" y="2428758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热熔螺母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24949" y="2751016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8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397477" y="2676151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主板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224949" y="2998409"/>
            <a:ext cx="172528" cy="1725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9</a:t>
            </a:r>
            <a:endParaRPr lang="zh-CN" altLang="en-US" sz="12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397477" y="2923544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14*14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散热片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328054" y="448204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7*7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散热片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072513" y="4496531"/>
            <a:ext cx="338554" cy="276999"/>
            <a:chOff x="9788504" y="4073839"/>
            <a:chExt cx="338554" cy="276999"/>
          </a:xfrm>
        </p:grpSpPr>
        <p:sp>
          <p:nvSpPr>
            <p:cNvPr id="24" name="椭圆 23"/>
            <p:cNvSpPr/>
            <p:nvPr/>
          </p:nvSpPr>
          <p:spPr>
            <a:xfrm>
              <a:off x="9871517" y="4134221"/>
              <a:ext cx="172528" cy="172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788504" y="40738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幼圆" panose="02010509060101010101" pitchFamily="49" charset="-122"/>
                  <a:ea typeface="幼圆" panose="02010509060101010101" pitchFamily="49" charset="-122"/>
                </a:rPr>
                <a:t>10</a:t>
              </a:r>
              <a:endParaRPr lang="zh-CN" altLang="en-US" sz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328054" y="4747652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铜螺柱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9072513" y="4762135"/>
            <a:ext cx="338554" cy="276999"/>
            <a:chOff x="9788504" y="4073839"/>
            <a:chExt cx="338554" cy="276999"/>
          </a:xfrm>
        </p:grpSpPr>
        <p:sp>
          <p:nvSpPr>
            <p:cNvPr id="33" name="椭圆 32"/>
            <p:cNvSpPr/>
            <p:nvPr/>
          </p:nvSpPr>
          <p:spPr>
            <a:xfrm>
              <a:off x="9871517" y="4134221"/>
              <a:ext cx="172528" cy="172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9788504" y="40738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幼圆" panose="02010509060101010101" pitchFamily="49" charset="-122"/>
                  <a:ea typeface="幼圆" panose="02010509060101010101" pitchFamily="49" charset="-122"/>
                </a:rPr>
                <a:t>11</a:t>
              </a:r>
              <a:endParaRPr lang="zh-CN" altLang="en-US" sz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9328054" y="5001205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M3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内六角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9072513" y="5015688"/>
            <a:ext cx="338554" cy="276999"/>
            <a:chOff x="9788504" y="4073839"/>
            <a:chExt cx="338554" cy="276999"/>
          </a:xfrm>
        </p:grpSpPr>
        <p:sp>
          <p:nvSpPr>
            <p:cNvPr id="37" name="椭圆 36"/>
            <p:cNvSpPr/>
            <p:nvPr/>
          </p:nvSpPr>
          <p:spPr>
            <a:xfrm>
              <a:off x="9871517" y="4134221"/>
              <a:ext cx="172528" cy="172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788504" y="40738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幼圆" panose="02010509060101010101" pitchFamily="49" charset="-122"/>
                  <a:ea typeface="幼圆" panose="02010509060101010101" pitchFamily="49" charset="-122"/>
                </a:rPr>
                <a:t>12</a:t>
              </a:r>
              <a:endParaRPr lang="zh-CN" altLang="en-US" sz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9328054" y="5269239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4007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风扇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9072513" y="5283722"/>
            <a:ext cx="338554" cy="276999"/>
            <a:chOff x="9788504" y="4073839"/>
            <a:chExt cx="338554" cy="276999"/>
          </a:xfrm>
        </p:grpSpPr>
        <p:sp>
          <p:nvSpPr>
            <p:cNvPr id="41" name="椭圆 40"/>
            <p:cNvSpPr/>
            <p:nvPr/>
          </p:nvSpPr>
          <p:spPr>
            <a:xfrm>
              <a:off x="9871517" y="4134221"/>
              <a:ext cx="172528" cy="172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788504" y="40738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幼圆" panose="02010509060101010101" pitchFamily="49" charset="-122"/>
                  <a:ea typeface="幼圆" panose="02010509060101010101" pitchFamily="49" charset="-122"/>
                </a:rPr>
                <a:t>13</a:t>
              </a:r>
              <a:endParaRPr lang="zh-CN" altLang="en-US" sz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9328054" y="5532375"/>
            <a:ext cx="2428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D10*3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磁铁（两个一组）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X8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072513" y="5546858"/>
            <a:ext cx="338554" cy="276999"/>
            <a:chOff x="9788504" y="4073839"/>
            <a:chExt cx="338554" cy="276999"/>
          </a:xfrm>
        </p:grpSpPr>
        <p:sp>
          <p:nvSpPr>
            <p:cNvPr id="45" name="椭圆 44"/>
            <p:cNvSpPr/>
            <p:nvPr/>
          </p:nvSpPr>
          <p:spPr>
            <a:xfrm>
              <a:off x="9871517" y="4134221"/>
              <a:ext cx="172528" cy="172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788504" y="40738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幼圆" panose="02010509060101010101" pitchFamily="49" charset="-122"/>
                  <a:ea typeface="幼圆" panose="02010509060101010101" pitchFamily="49" charset="-122"/>
                </a:rPr>
                <a:t>14</a:t>
              </a:r>
              <a:endParaRPr lang="zh-CN" altLang="en-US" sz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9328054" y="5788057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后壳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9072513" y="5802540"/>
            <a:ext cx="338554" cy="276999"/>
            <a:chOff x="9788504" y="4073839"/>
            <a:chExt cx="338554" cy="276999"/>
          </a:xfrm>
        </p:grpSpPr>
        <p:sp>
          <p:nvSpPr>
            <p:cNvPr id="49" name="椭圆 48"/>
            <p:cNvSpPr/>
            <p:nvPr/>
          </p:nvSpPr>
          <p:spPr>
            <a:xfrm>
              <a:off x="9871517" y="4134221"/>
              <a:ext cx="172528" cy="172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788504" y="40738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幼圆" panose="02010509060101010101" pitchFamily="49" charset="-122"/>
                  <a:ea typeface="幼圆" panose="02010509060101010101" pitchFamily="49" charset="-122"/>
                </a:rPr>
                <a:t>15</a:t>
              </a:r>
              <a:endParaRPr lang="zh-CN" altLang="en-US" sz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9328054" y="6026007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磁吸支架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9072513" y="6040490"/>
            <a:ext cx="338554" cy="276999"/>
            <a:chOff x="9788504" y="4073839"/>
            <a:chExt cx="338554" cy="276999"/>
          </a:xfrm>
        </p:grpSpPr>
        <p:sp>
          <p:nvSpPr>
            <p:cNvPr id="53" name="椭圆 52"/>
            <p:cNvSpPr/>
            <p:nvPr/>
          </p:nvSpPr>
          <p:spPr>
            <a:xfrm>
              <a:off x="9871517" y="4134221"/>
              <a:ext cx="172528" cy="172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9788504" y="4073839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幼圆" panose="02010509060101010101" pitchFamily="49" charset="-122"/>
                  <a:ea typeface="幼圆" panose="02010509060101010101" pitchFamily="49" charset="-122"/>
                </a:rPr>
                <a:t>16</a:t>
              </a:r>
              <a:endParaRPr lang="zh-CN" altLang="en-US" sz="120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373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03" y="4178855"/>
            <a:ext cx="2630995" cy="158724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214" y="1121425"/>
            <a:ext cx="2431958" cy="13001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329" y="2543555"/>
            <a:ext cx="2421977" cy="17037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432" y="2788301"/>
            <a:ext cx="2213948" cy="11989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346" y="1117401"/>
            <a:ext cx="2303944" cy="12129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1117" y="2189332"/>
            <a:ext cx="940210" cy="7358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3035" y="1859595"/>
            <a:ext cx="302917" cy="4738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8705" y="1337854"/>
            <a:ext cx="313053" cy="42647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1729" y="2417743"/>
            <a:ext cx="370881" cy="41354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材料及工具准备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655610" y="957531"/>
            <a:ext cx="3562709" cy="5318689"/>
          </a:xfrm>
          <a:prstGeom prst="roundRect">
            <a:avLst>
              <a:gd name="adj" fmla="val 310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65545" y="963512"/>
            <a:ext cx="95760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3D</a:t>
            </a:r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打印件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803052" y="957532"/>
            <a:ext cx="3562709" cy="1584233"/>
          </a:xfrm>
          <a:prstGeom prst="roundRect">
            <a:avLst>
              <a:gd name="adj" fmla="val 6013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803052" y="2627263"/>
            <a:ext cx="3562709" cy="1495658"/>
          </a:xfrm>
          <a:prstGeom prst="roundRect">
            <a:avLst>
              <a:gd name="adj" fmla="val 6013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8880068" y="962124"/>
            <a:ext cx="2662076" cy="5318689"/>
          </a:xfrm>
          <a:prstGeom prst="roundRect">
            <a:avLst>
              <a:gd name="adj" fmla="val 6013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619441" y="1397204"/>
            <a:ext cx="112044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M2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热熔螺母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619441" y="1924853"/>
            <a:ext cx="121533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M2*15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铜螺柱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599275" y="2437498"/>
            <a:ext cx="138829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M2*5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沉头螺丝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9209" y="4508772"/>
            <a:ext cx="1936343" cy="463704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994547" y="4601981"/>
            <a:ext cx="12812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十字螺丝刀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6116" y="2892545"/>
            <a:ext cx="462201" cy="431387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9619441" y="2954351"/>
            <a:ext cx="13681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D10*3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强磁铁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835967" y="4275518"/>
            <a:ext cx="74532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工具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6742" y="5627697"/>
            <a:ext cx="1302349" cy="584577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994841" y="5753667"/>
            <a:ext cx="128090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快干胶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2097" y="3470343"/>
            <a:ext cx="359057" cy="467393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6906" y="5218554"/>
            <a:ext cx="1888646" cy="27954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6994841" y="5144510"/>
            <a:ext cx="116574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内六角扳手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808371" y="4263058"/>
            <a:ext cx="3562709" cy="2013161"/>
          </a:xfrm>
          <a:prstGeom prst="roundRect">
            <a:avLst>
              <a:gd name="adj" fmla="val 6013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835967" y="2617372"/>
            <a:ext cx="64146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面板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835966" y="943134"/>
            <a:ext cx="74532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主板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627819" y="3503106"/>
            <a:ext cx="12069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M3*6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内六角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26401" y="4015858"/>
            <a:ext cx="421192" cy="461305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9627819" y="4055643"/>
            <a:ext cx="12069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7*7*6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散热片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2097" y="4641291"/>
            <a:ext cx="350679" cy="434645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9644258" y="4641554"/>
            <a:ext cx="134331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14*14*8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散热片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76153" y="5228116"/>
            <a:ext cx="538547" cy="394029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9618172" y="5228116"/>
            <a:ext cx="109562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4007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风扇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35795" y="5831187"/>
            <a:ext cx="432522" cy="374387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9655189" y="5831187"/>
            <a:ext cx="108469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磁吸支架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0935811" y="136364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0935811" y="188435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0935811" y="240066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X8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935811" y="294134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X8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0935811" y="348139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928952" y="403938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0935811" y="460472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0928952" y="519201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935811" y="577927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922957" y="957531"/>
            <a:ext cx="74532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配件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603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散热块装配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210" y="2258734"/>
            <a:ext cx="2502441" cy="2789117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4964501" y="2108749"/>
            <a:ext cx="3158256" cy="2856162"/>
            <a:chOff x="4865297" y="1220173"/>
            <a:chExt cx="3158256" cy="2856162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65297" y="1220173"/>
              <a:ext cx="3158256" cy="2856162"/>
            </a:xfrm>
            <a:prstGeom prst="rect">
              <a:avLst/>
            </a:prstGeom>
          </p:spPr>
        </p:pic>
        <p:sp>
          <p:nvSpPr>
            <p:cNvPr id="6" name="下箭头 5"/>
            <p:cNvSpPr/>
            <p:nvPr/>
          </p:nvSpPr>
          <p:spPr>
            <a:xfrm rot="14367042">
              <a:off x="5439762" y="1929686"/>
              <a:ext cx="104135" cy="291722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下箭头 6"/>
            <p:cNvSpPr/>
            <p:nvPr/>
          </p:nvSpPr>
          <p:spPr>
            <a:xfrm rot="14367042">
              <a:off x="5971725" y="2231851"/>
              <a:ext cx="104135" cy="291722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下箭头 7"/>
            <p:cNvSpPr/>
            <p:nvPr/>
          </p:nvSpPr>
          <p:spPr>
            <a:xfrm rot="14367042">
              <a:off x="5971724" y="2621371"/>
              <a:ext cx="104135" cy="291722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下箭头 8"/>
            <p:cNvSpPr/>
            <p:nvPr/>
          </p:nvSpPr>
          <p:spPr>
            <a:xfrm rot="14367042">
              <a:off x="5760533" y="3010891"/>
              <a:ext cx="104135" cy="291722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 rot="14367042">
              <a:off x="5468828" y="2282393"/>
              <a:ext cx="104135" cy="291722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40377" y="2157713"/>
            <a:ext cx="3817248" cy="2556192"/>
            <a:chOff x="588986" y="980638"/>
            <a:chExt cx="3817248" cy="255619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8986" y="980638"/>
              <a:ext cx="3817248" cy="2556192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009290" y="1389190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92D050"/>
                  </a:solidFill>
                </a:rPr>
                <a:t>①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156870" y="1423696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92D050"/>
                  </a:solidFill>
                </a:rPr>
                <a:t>①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093609" y="1774504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92D050"/>
                  </a:solidFill>
                </a:rPr>
                <a:t>①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64192" y="1745749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92D050"/>
                  </a:solidFill>
                </a:rPr>
                <a:t>①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561647" y="2709032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rgbClr val="92D050"/>
                  </a:solidFill>
                </a:rPr>
                <a:t>②</a:t>
              </a: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86" y="819521"/>
            <a:ext cx="421192" cy="4613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576804" y="859306"/>
            <a:ext cx="12069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7*7*6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散热片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9296" y="851061"/>
            <a:ext cx="350679" cy="43464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071457" y="851324"/>
            <a:ext cx="134331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14*14*8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散热片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877937" y="84305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63010" y="81449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X1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454493" y="4954449"/>
            <a:ext cx="26790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图示①贴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7*7*6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散热片    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4PCS</a:t>
            </a:r>
          </a:p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图示②贴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14*14*8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散热片  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1PCS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669917" y="5140108"/>
            <a:ext cx="4191403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1.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请注意散热片的朝向，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如图所示；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2.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贴散热片时，</a:t>
            </a:r>
            <a:r>
              <a:rPr lang="zh-CN" altLang="zh-CN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不要接触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其他元件！以免烧毁设备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zh-CN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204" y="5247830"/>
            <a:ext cx="336713" cy="307777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82544" y="91449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92D050"/>
                </a:solidFill>
              </a:rPr>
              <a:t>①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183808" y="91732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92D050"/>
                </a:solidFill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11260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227" y="1038036"/>
            <a:ext cx="5330048" cy="412648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M2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热熔螺母、铜螺柱装配</a:t>
            </a:r>
          </a:p>
        </p:txBody>
      </p:sp>
      <p:sp>
        <p:nvSpPr>
          <p:cNvPr id="5" name="下箭头 4"/>
          <p:cNvSpPr/>
          <p:nvPr/>
        </p:nvSpPr>
        <p:spPr>
          <a:xfrm>
            <a:off x="4081205" y="1666875"/>
            <a:ext cx="129252" cy="241267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下箭头 5"/>
          <p:cNvSpPr/>
          <p:nvPr/>
        </p:nvSpPr>
        <p:spPr>
          <a:xfrm rot="10800000">
            <a:off x="4081203" y="2142435"/>
            <a:ext cx="129253" cy="305490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11198" y="5241834"/>
            <a:ext cx="367080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处安装孔进行装配螺母及螺柱</a:t>
            </a:r>
          </a:p>
        </p:txBody>
      </p:sp>
    </p:spTree>
    <p:extLst>
      <p:ext uri="{BB962C8B-B14F-4D97-AF65-F5344CB8AC3E}">
        <p14:creationId xmlns:p14="http://schemas.microsoft.com/office/powerpoint/2010/main" val="2724614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570" y="2480409"/>
            <a:ext cx="3325046" cy="2087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974242" y="5071696"/>
            <a:ext cx="228430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② 翻转 待组装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PCB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主板装配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93" y="1627286"/>
            <a:ext cx="3131926" cy="294107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269" y="2420472"/>
            <a:ext cx="2964556" cy="214788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54493" y="4954449"/>
            <a:ext cx="267902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将装好螺柱的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PCB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主板对齐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中框的开孔位置，垂直安装到位</a:t>
            </a:r>
          </a:p>
        </p:txBody>
      </p:sp>
      <p:sp>
        <p:nvSpPr>
          <p:cNvPr id="10" name="下箭头 9"/>
          <p:cNvSpPr/>
          <p:nvPr/>
        </p:nvSpPr>
        <p:spPr>
          <a:xfrm>
            <a:off x="3785930" y="2977189"/>
            <a:ext cx="129252" cy="241267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2119055" y="3662989"/>
            <a:ext cx="129252" cy="241267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1273569" y="2976195"/>
            <a:ext cx="129252" cy="241267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4406264" y="3267209"/>
            <a:ext cx="315350" cy="257175"/>
          </a:xfrm>
          <a:prstGeom prst="rightArrow">
            <a:avLst>
              <a:gd name="adj1" fmla="val 50000"/>
              <a:gd name="adj2" fmla="val 4804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015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775" y="2307479"/>
            <a:ext cx="2485254" cy="131635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按键装配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52605" y="4953264"/>
            <a:ext cx="306139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将按键按照图示孔位进行安装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246" y="2675554"/>
            <a:ext cx="2816658" cy="156171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920084" y="4953264"/>
            <a:ext cx="3915358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、注意按键图标顺序；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、如按钮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3D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打印，背面贴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0.5mm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泡棉提升手感；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、硅胶按键需要打印模具，然后倒模；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硅胶硬度选择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45°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以上；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371" y="5005018"/>
            <a:ext cx="336713" cy="307777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276709" y="2307479"/>
            <a:ext cx="2575523" cy="1929787"/>
            <a:chOff x="1145416" y="2230288"/>
            <a:chExt cx="3034620" cy="2273779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45416" y="2230288"/>
              <a:ext cx="3034620" cy="2273779"/>
            </a:xfrm>
            <a:prstGeom prst="rect">
              <a:avLst/>
            </a:prstGeom>
          </p:spPr>
        </p:pic>
        <p:sp>
          <p:nvSpPr>
            <p:cNvPr id="11" name="下箭头 10"/>
            <p:cNvSpPr/>
            <p:nvPr/>
          </p:nvSpPr>
          <p:spPr>
            <a:xfrm rot="10800000">
              <a:off x="3590924" y="3318309"/>
              <a:ext cx="142873" cy="278841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下箭头 11"/>
            <p:cNvSpPr/>
            <p:nvPr/>
          </p:nvSpPr>
          <p:spPr>
            <a:xfrm rot="10800000">
              <a:off x="2996785" y="3781291"/>
              <a:ext cx="142873" cy="278841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9222" y="2966286"/>
            <a:ext cx="567580" cy="1068687"/>
          </a:xfrm>
          <a:prstGeom prst="rect">
            <a:avLst/>
          </a:prstGeom>
        </p:spPr>
      </p:pic>
      <p:sp>
        <p:nvSpPr>
          <p:cNvPr id="13" name="下箭头 12"/>
          <p:cNvSpPr/>
          <p:nvPr/>
        </p:nvSpPr>
        <p:spPr>
          <a:xfrm rot="16200000">
            <a:off x="10826151" y="3074050"/>
            <a:ext cx="82291" cy="281650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 rot="16200000">
            <a:off x="10826151" y="3281493"/>
            <a:ext cx="82291" cy="281650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 rot="16200000">
            <a:off x="10838077" y="3488935"/>
            <a:ext cx="82291" cy="281650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 rot="16200000">
            <a:off x="10838078" y="3704323"/>
            <a:ext cx="82291" cy="281650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670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353" y="2422936"/>
            <a:ext cx="3024747" cy="204832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顶壳装配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213853" y="1696154"/>
            <a:ext cx="3230233" cy="2748412"/>
            <a:chOff x="2426359" y="1478980"/>
            <a:chExt cx="3230233" cy="274841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6359" y="1478980"/>
              <a:ext cx="3230233" cy="2748412"/>
            </a:xfrm>
            <a:prstGeom prst="rect">
              <a:avLst/>
            </a:prstGeom>
          </p:spPr>
        </p:pic>
        <p:sp>
          <p:nvSpPr>
            <p:cNvPr id="6" name="下箭头 5"/>
            <p:cNvSpPr/>
            <p:nvPr/>
          </p:nvSpPr>
          <p:spPr>
            <a:xfrm>
              <a:off x="2690555" y="2377114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下箭头 6"/>
            <p:cNvSpPr/>
            <p:nvPr/>
          </p:nvSpPr>
          <p:spPr>
            <a:xfrm>
              <a:off x="3384484" y="1777039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下箭头 7"/>
            <p:cNvSpPr/>
            <p:nvPr/>
          </p:nvSpPr>
          <p:spPr>
            <a:xfrm>
              <a:off x="5127559" y="2309445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下箭头 8"/>
            <p:cNvSpPr/>
            <p:nvPr/>
          </p:nvSpPr>
          <p:spPr>
            <a:xfrm>
              <a:off x="4441759" y="2879773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493" y="1034639"/>
            <a:ext cx="370881" cy="41354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743379" y="1069084"/>
            <a:ext cx="217118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M2X5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沉头螺丝 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54493" y="4958658"/>
            <a:ext cx="267902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将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4PCS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螺丝安装对应孔位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8986" y="2526620"/>
            <a:ext cx="3123950" cy="1985616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9339786" y="4958657"/>
            <a:ext cx="228430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② 翻转 待组装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5303" y="999206"/>
            <a:ext cx="2022823" cy="48441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364490" y="1087523"/>
            <a:ext cx="217118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十字螺丝刀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4571544" y="3340072"/>
            <a:ext cx="315350" cy="257175"/>
          </a:xfrm>
          <a:prstGeom prst="rightArrow">
            <a:avLst>
              <a:gd name="adj1" fmla="val 50000"/>
              <a:gd name="adj2" fmla="val 4804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868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06526"/>
            <a:ext cx="3468716" cy="2151199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317814" y="1667770"/>
            <a:ext cx="3917342" cy="3074181"/>
            <a:chOff x="2219325" y="1583544"/>
            <a:chExt cx="3917342" cy="307418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9325" y="1583544"/>
              <a:ext cx="3917342" cy="3074181"/>
            </a:xfrm>
            <a:prstGeom prst="rect">
              <a:avLst/>
            </a:prstGeom>
          </p:spPr>
        </p:pic>
        <p:sp>
          <p:nvSpPr>
            <p:cNvPr id="4" name="下箭头 3"/>
            <p:cNvSpPr/>
            <p:nvPr/>
          </p:nvSpPr>
          <p:spPr>
            <a:xfrm>
              <a:off x="2935374" y="2765738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下箭头 4"/>
            <p:cNvSpPr/>
            <p:nvPr/>
          </p:nvSpPr>
          <p:spPr>
            <a:xfrm>
              <a:off x="3640224" y="1956113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下箭头 6"/>
            <p:cNvSpPr/>
            <p:nvPr/>
          </p:nvSpPr>
          <p:spPr>
            <a:xfrm>
              <a:off x="5230899" y="2465531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下箭头 7"/>
            <p:cNvSpPr/>
            <p:nvPr/>
          </p:nvSpPr>
          <p:spPr>
            <a:xfrm>
              <a:off x="4564149" y="3227531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右箭头 8"/>
          <p:cNvSpPr/>
          <p:nvPr/>
        </p:nvSpPr>
        <p:spPr>
          <a:xfrm>
            <a:off x="5817358" y="3324950"/>
            <a:ext cx="315350" cy="257175"/>
          </a:xfrm>
          <a:prstGeom prst="rightArrow">
            <a:avLst>
              <a:gd name="adj1" fmla="val 50000"/>
              <a:gd name="adj2" fmla="val 4804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54493" y="4954449"/>
            <a:ext cx="323890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将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4*2PCS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磁铁安装对应孔位  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磁铁装配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155" y="891751"/>
            <a:ext cx="462201" cy="43138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908356" y="926022"/>
            <a:ext cx="136812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D10*3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强磁铁（两个一组）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24726" y="94055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X8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609" y="807667"/>
            <a:ext cx="1302349" cy="58457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132708" y="976767"/>
            <a:ext cx="128090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快干胶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9643" y="4954449"/>
            <a:ext cx="336713" cy="30777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026356" y="4914458"/>
            <a:ext cx="32367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有条件可使用快干胶、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AB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胶等辅助固定</a:t>
            </a:r>
          </a:p>
        </p:txBody>
      </p:sp>
    </p:spTree>
    <p:extLst>
      <p:ext uri="{BB962C8B-B14F-4D97-AF65-F5344CB8AC3E}">
        <p14:creationId xmlns:p14="http://schemas.microsoft.com/office/powerpoint/2010/main" val="1254232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风扇装配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454" y="2113608"/>
            <a:ext cx="2935360" cy="213315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832473" y="1758261"/>
            <a:ext cx="2740684" cy="2571233"/>
            <a:chOff x="2245384" y="1654744"/>
            <a:chExt cx="2740684" cy="257123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5384" y="1654744"/>
              <a:ext cx="2740684" cy="2571233"/>
            </a:xfrm>
            <a:prstGeom prst="rect">
              <a:avLst/>
            </a:prstGeom>
          </p:spPr>
        </p:pic>
        <p:sp>
          <p:nvSpPr>
            <p:cNvPr id="6" name="下箭头 5"/>
            <p:cNvSpPr/>
            <p:nvPr/>
          </p:nvSpPr>
          <p:spPr>
            <a:xfrm>
              <a:off x="3039431" y="2421760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下箭头 6"/>
            <p:cNvSpPr/>
            <p:nvPr/>
          </p:nvSpPr>
          <p:spPr>
            <a:xfrm>
              <a:off x="3416118" y="1992975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下箭头 7"/>
            <p:cNvSpPr/>
            <p:nvPr/>
          </p:nvSpPr>
          <p:spPr>
            <a:xfrm>
              <a:off x="4073099" y="2234242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下箭头 8"/>
            <p:cNvSpPr/>
            <p:nvPr/>
          </p:nvSpPr>
          <p:spPr>
            <a:xfrm>
              <a:off x="3721322" y="2662755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454492" y="4954449"/>
            <a:ext cx="361783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将风扇对齐底壳安装孔位，将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M3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螺丝安装对应位置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977" y="1108947"/>
            <a:ext cx="1918547" cy="283972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373156" y="1065207"/>
            <a:ext cx="116574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内六角扳手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362" y="1065207"/>
            <a:ext cx="359057" cy="46739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832473" y="1126193"/>
            <a:ext cx="12069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M3*6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内六角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140465" y="110447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9643" y="4954449"/>
            <a:ext cx="336713" cy="307777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7026356" y="4914458"/>
            <a:ext cx="350649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、风扇安装方向不同，进出风向不同；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实际对使用影响较小，可自行摸索；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将风扇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2.54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插头插到主板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2.54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端子处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线材</a:t>
            </a:r>
            <a:r>
              <a:rPr lang="zh-CN" altLang="zh-CN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不要经过两个</a:t>
            </a:r>
            <a:r>
              <a:rPr lang="en-US" altLang="zh-CN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TYPE-C</a:t>
            </a:r>
            <a:r>
              <a:rPr lang="zh-CN" altLang="zh-CN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口的上方区域</a:t>
            </a:r>
            <a:endParaRPr lang="en-US" altLang="zh-CN" sz="1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壳体如有间隙，请检查是否压排线；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9921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934" y="1765498"/>
            <a:ext cx="2915727" cy="28976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670" y="2719993"/>
            <a:ext cx="2712179" cy="20271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底壳装配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8237686" y="2000318"/>
            <a:ext cx="2870538" cy="2675626"/>
            <a:chOff x="1751161" y="1656271"/>
            <a:chExt cx="2870538" cy="267562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51161" y="1656271"/>
              <a:ext cx="2870538" cy="2675626"/>
            </a:xfrm>
            <a:prstGeom prst="rect">
              <a:avLst/>
            </a:prstGeom>
          </p:spPr>
        </p:pic>
        <p:sp>
          <p:nvSpPr>
            <p:cNvPr id="9" name="下箭头 8"/>
            <p:cNvSpPr/>
            <p:nvPr/>
          </p:nvSpPr>
          <p:spPr>
            <a:xfrm>
              <a:off x="1985705" y="2302938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下箭头 9"/>
            <p:cNvSpPr/>
            <p:nvPr/>
          </p:nvSpPr>
          <p:spPr>
            <a:xfrm>
              <a:off x="3681155" y="1921938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下箭头 10"/>
            <p:cNvSpPr/>
            <p:nvPr/>
          </p:nvSpPr>
          <p:spPr>
            <a:xfrm>
              <a:off x="4243130" y="2423571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下箭头 11"/>
            <p:cNvSpPr/>
            <p:nvPr/>
          </p:nvSpPr>
          <p:spPr>
            <a:xfrm>
              <a:off x="2547680" y="2825825"/>
              <a:ext cx="129252" cy="241267"/>
            </a:xfrm>
            <a:prstGeom prst="downArrow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4493" y="1034639"/>
            <a:ext cx="370881" cy="41354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743379" y="1069084"/>
            <a:ext cx="217118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M2X5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沉头螺丝  </a:t>
            </a:r>
            <a:r>
              <a:rPr lang="en-US" altLang="zh-CN" sz="1400" dirty="0">
                <a:solidFill>
                  <a:srgbClr val="00B0F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X4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5303" y="999206"/>
            <a:ext cx="2022823" cy="48441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364490" y="1087523"/>
            <a:ext cx="217118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十字螺丝刀</a:t>
            </a:r>
            <a:endParaRPr lang="zh-CN" altLang="en-US" sz="1400" dirty="0">
              <a:solidFill>
                <a:srgbClr val="00B0F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54493" y="4958658"/>
            <a:ext cx="282081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将底壳安装中框对应特征位置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640706" y="4958657"/>
            <a:ext cx="294153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② 将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4PCS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螺丝安装对应孔位</a:t>
            </a:r>
          </a:p>
        </p:txBody>
      </p:sp>
      <p:sp>
        <p:nvSpPr>
          <p:cNvPr id="2" name="右箭头 1"/>
          <p:cNvSpPr/>
          <p:nvPr/>
        </p:nvSpPr>
        <p:spPr>
          <a:xfrm>
            <a:off x="4572000" y="3609975"/>
            <a:ext cx="315350" cy="257175"/>
          </a:xfrm>
          <a:prstGeom prst="rightArrow">
            <a:avLst>
              <a:gd name="adj1" fmla="val 50000"/>
              <a:gd name="adj2" fmla="val 48045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726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97" y="1810464"/>
            <a:ext cx="2778154" cy="28340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351" y="2190840"/>
            <a:ext cx="3314294" cy="245367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磁吸支架装配</a:t>
            </a:r>
          </a:p>
        </p:txBody>
      </p:sp>
      <p:sp>
        <p:nvSpPr>
          <p:cNvPr id="5" name="下箭头 4"/>
          <p:cNvSpPr/>
          <p:nvPr/>
        </p:nvSpPr>
        <p:spPr>
          <a:xfrm>
            <a:off x="3282648" y="3106856"/>
            <a:ext cx="129252" cy="241267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54493" y="4958658"/>
            <a:ext cx="282081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磁吸支架安装对应底壳特征</a:t>
            </a:r>
          </a:p>
        </p:txBody>
      </p:sp>
    </p:spTree>
    <p:extLst>
      <p:ext uri="{BB962C8B-B14F-4D97-AF65-F5344CB8AC3E}">
        <p14:creationId xmlns:p14="http://schemas.microsoft.com/office/powerpoint/2010/main" val="296577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屏幕装配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481" y="1436342"/>
            <a:ext cx="3077773" cy="328102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384" y="2380890"/>
            <a:ext cx="2224715" cy="171674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389" y="2367424"/>
            <a:ext cx="2934058" cy="247909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54493" y="4954449"/>
            <a:ext cx="282081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先将主板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40PIN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翻盖座子打开，将屏幕的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PCB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排线插入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9" name="下箭头 8"/>
          <p:cNvSpPr/>
          <p:nvPr/>
        </p:nvSpPr>
        <p:spPr>
          <a:xfrm rot="18177133">
            <a:off x="1659034" y="2902721"/>
            <a:ext cx="149964" cy="348265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78304" y="4954449"/>
            <a:ext cx="282081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②屏幕翻转后固定</a:t>
            </a:r>
          </a:p>
        </p:txBody>
      </p:sp>
      <p:sp>
        <p:nvSpPr>
          <p:cNvPr id="16" name="上弧形箭头 15"/>
          <p:cNvSpPr/>
          <p:nvPr/>
        </p:nvSpPr>
        <p:spPr>
          <a:xfrm rot="1857184">
            <a:off x="5000625" y="2478209"/>
            <a:ext cx="1187665" cy="620862"/>
          </a:xfrm>
          <a:prstGeom prst="curvedDownArrow">
            <a:avLst>
              <a:gd name="adj1" fmla="val 25000"/>
              <a:gd name="adj2" fmla="val 48280"/>
              <a:gd name="adj3" fmla="val 25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676" y="4994440"/>
            <a:ext cx="336713" cy="307777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7703389" y="4954449"/>
            <a:ext cx="3236784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、屏幕如无背胶请自行裁剪粘贴；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、屏幕</a:t>
            </a:r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FPC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排线较脆弱，请注意安装；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en-US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3</a:t>
            </a: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、大小屏幕安装区别不大；</a:t>
            </a:r>
          </a:p>
        </p:txBody>
      </p:sp>
    </p:spTree>
    <p:extLst>
      <p:ext uri="{BB962C8B-B14F-4D97-AF65-F5344CB8AC3E}">
        <p14:creationId xmlns:p14="http://schemas.microsoft.com/office/powerpoint/2010/main" val="2735438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986" y="1570007"/>
            <a:ext cx="2858523" cy="276521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676" y="2303759"/>
            <a:ext cx="2613804" cy="210569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8986" y="277921"/>
            <a:ext cx="379562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面板装配</a:t>
            </a:r>
          </a:p>
        </p:txBody>
      </p:sp>
      <p:sp>
        <p:nvSpPr>
          <p:cNvPr id="5" name="下箭头 4"/>
          <p:cNvSpPr/>
          <p:nvPr/>
        </p:nvSpPr>
        <p:spPr>
          <a:xfrm>
            <a:off x="3616023" y="2831982"/>
            <a:ext cx="129252" cy="241267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54493" y="4958658"/>
            <a:ext cx="282081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① 面板安装对应顶壳位置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676" y="4994440"/>
            <a:ext cx="336713" cy="30777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703390" y="4954449"/>
            <a:ext cx="30913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面板文件在立创</a:t>
            </a:r>
            <a:r>
              <a:rPr lang="en-US" altLang="zh-CN" sz="1400" dirty="0" err="1">
                <a:latin typeface="幼圆" panose="02010509060101010101" pitchFamily="49" charset="-122"/>
                <a:ea typeface="幼圆" panose="02010509060101010101" pitchFamily="49" charset="-122"/>
              </a:rPr>
              <a:t>eda</a:t>
            </a: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工程里，为空白面板，需要什么图案可以自己加</a:t>
            </a:r>
            <a:endParaRPr lang="zh-CN" altLang="en-US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8987" y="5959853"/>
            <a:ext cx="19440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恭喜安装完成！</a:t>
            </a:r>
          </a:p>
        </p:txBody>
      </p:sp>
    </p:spTree>
    <p:extLst>
      <p:ext uri="{BB962C8B-B14F-4D97-AF65-F5344CB8AC3E}">
        <p14:creationId xmlns:p14="http://schemas.microsoft.com/office/powerpoint/2010/main" val="396794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752</Words>
  <Application>Microsoft Office PowerPoint</Application>
  <PresentationFormat>宽屏</PresentationFormat>
  <Paragraphs>149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幼圆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 w</dc:creator>
  <cp:lastModifiedBy>yixuan chen</cp:lastModifiedBy>
  <cp:revision>341</cp:revision>
  <dcterms:created xsi:type="dcterms:W3CDTF">2026-04-10T05:50:19Z</dcterms:created>
  <dcterms:modified xsi:type="dcterms:W3CDTF">2026-04-16T16:53:49Z</dcterms:modified>
</cp:coreProperties>
</file>